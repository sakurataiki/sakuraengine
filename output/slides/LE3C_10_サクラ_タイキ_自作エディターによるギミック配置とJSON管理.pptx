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9eb7dea444590" /><Relationship Type="http://schemas.openxmlformats.org/officeDocument/2006/relationships/extended-properties" Target="/docProps/app.xml" Id="R4e17f0c1945f4999" /><Relationship Type="http://schemas.openxmlformats.org/officeDocument/2006/relationships/officeDocument" Target="/ppt/presentation.xml" Id="R3f738695f1be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51b8ed8994c97"/>
  </p:sldMasterIdLst>
  <p:notesMasterIdLst>
    <p:notesMasterId xmlns:r="http://schemas.openxmlformats.org/officeDocument/2006/relationships" r:id="Raf685425152b4ae5"/>
  </p:notesMasterIdLst>
  <p:sldIdLst>
    <p:sldId xmlns:r="http://schemas.openxmlformats.org/officeDocument/2006/relationships" id="256" r:id="R20c8218f4fc34228"/>
    <p:sldId xmlns:r="http://schemas.openxmlformats.org/officeDocument/2006/relationships" id="257" r:id="R7d588fd6adaa47a4"/>
    <p:sldId xmlns:r="http://schemas.openxmlformats.org/officeDocument/2006/relationships" id="258" r:id="R32b4df3bdda9471e"/>
    <p:sldId xmlns:r="http://schemas.openxmlformats.org/officeDocument/2006/relationships" id="259" r:id="R73525c4c1b9b4bec"/>
    <p:sldId xmlns:r="http://schemas.openxmlformats.org/officeDocument/2006/relationships" id="260" r:id="R1cdc5a1be99444b4"/>
    <p:sldId xmlns:r="http://schemas.openxmlformats.org/officeDocument/2006/relationships" id="261" r:id="R84c36825791d44a8"/>
    <p:sldId xmlns:r="http://schemas.openxmlformats.org/officeDocument/2006/relationships" id="262" r:id="R63734865aa03470c"/>
    <p:sldId xmlns:r="http://schemas.openxmlformats.org/officeDocument/2006/relationships" id="263" r:id="Ra7197b939e814981"/>
    <p:sldId xmlns:r="http://schemas.openxmlformats.org/officeDocument/2006/relationships" id="264" r:id="R45a7633304c544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4ae2cacd24f32" /><Relationship Type="http://schemas.openxmlformats.org/officeDocument/2006/relationships/slideMaster" Target="/ppt/slideMasters/slideMaster1.xml" Id="R73b51b8ed8994c97" /><Relationship Type="http://schemas.openxmlformats.org/officeDocument/2006/relationships/notesMaster" Target="/ppt/notesMasters/notesMaster1.xml" Id="Raf685425152b4ae5" /><Relationship Type="http://schemas.openxmlformats.org/officeDocument/2006/relationships/presProps" Target="/ppt/presProps.xml" Id="R168c94431bd3458c" /><Relationship Type="http://schemas.openxmlformats.org/officeDocument/2006/relationships/tableStyles" Target="/ppt/tableStyles.xml" Id="R1efec66215fa4d3c" /><Relationship Type="http://schemas.openxmlformats.org/officeDocument/2006/relationships/slide" Target="/ppt/slides/slide1.xml" Id="R20c8218f4fc34228" /><Relationship Type="http://schemas.openxmlformats.org/officeDocument/2006/relationships/slide" Target="/ppt/slides/slide2.xml" Id="R7d588fd6adaa47a4" /><Relationship Type="http://schemas.openxmlformats.org/officeDocument/2006/relationships/slide" Target="/ppt/slides/slide3.xml" Id="R32b4df3bdda9471e" /><Relationship Type="http://schemas.openxmlformats.org/officeDocument/2006/relationships/slide" Target="/ppt/slides/slide4.xml" Id="R73525c4c1b9b4bec" /><Relationship Type="http://schemas.openxmlformats.org/officeDocument/2006/relationships/slide" Target="/ppt/slides/slide5.xml" Id="R1cdc5a1be99444b4" /><Relationship Type="http://schemas.openxmlformats.org/officeDocument/2006/relationships/slide" Target="/ppt/slides/slide6.xml" Id="R84c36825791d44a8" /><Relationship Type="http://schemas.openxmlformats.org/officeDocument/2006/relationships/slide" Target="/ppt/slides/slide7.xml" Id="R63734865aa03470c" /><Relationship Type="http://schemas.openxmlformats.org/officeDocument/2006/relationships/slide" Target="/ppt/slides/slide8.xml" Id="Ra7197b939e814981" /><Relationship Type="http://schemas.openxmlformats.org/officeDocument/2006/relationships/slide" Target="/ppt/slides/slide9.xml" Id="R45a7633304c5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a63f7d24248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042da7ae1d4b21" /><Relationship Type="http://schemas.openxmlformats.org/officeDocument/2006/relationships/notesMaster" Target="/ppt/notesMasters/notesMaster1.xml" Id="Rbdef65fcf805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580a1d115438c" /><Relationship Type="http://schemas.openxmlformats.org/officeDocument/2006/relationships/notesMaster" Target="/ppt/notesMasters/notesMaster1.xml" Id="Rab93d129f7b749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842460da4c4fca" /><Relationship Type="http://schemas.openxmlformats.org/officeDocument/2006/relationships/notesMaster" Target="/ppt/notesMasters/notesMaster1.xml" Id="R1d2c577a8ef545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fe68abae74233" /><Relationship Type="http://schemas.openxmlformats.org/officeDocument/2006/relationships/notesMaster" Target="/ppt/notesMasters/notesMaster1.xml" Id="Raa7b696b2b1c4f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b205b8ec94f16" /><Relationship Type="http://schemas.openxmlformats.org/officeDocument/2006/relationships/notesMaster" Target="/ppt/notesMasters/notesMaster1.xml" Id="Rc5ff0e38b02f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70928d87264cb0" /><Relationship Type="http://schemas.openxmlformats.org/officeDocument/2006/relationships/notesMaster" Target="/ppt/notesMasters/notesMaster1.xml" Id="R27b5a063faad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1d7d8be96842ac" /><Relationship Type="http://schemas.openxmlformats.org/officeDocument/2006/relationships/notesMaster" Target="/ppt/notesMasters/notesMaster1.xml" Id="R67f6cf4a037444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6194d9d1e4a68" /><Relationship Type="http://schemas.openxmlformats.org/officeDocument/2006/relationships/notesMaster" Target="/ppt/notesMasters/notesMaster1.xml" Id="Rdc6cc6d033d2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f71bded6ed45c9" /><Relationship Type="http://schemas.openxmlformats.org/officeDocument/2006/relationships/notesMaster" Target="/ppt/notesMasters/notesMaster1.xml" Id="Rc374898e12e1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今回は、自作ステージエディターでギミックを配置し、その配置データをJSONとして管理できるようにした進捗を発表します。特に、保存・ロード・上書き・削除の4機能を中心に説明します。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先に結果を示します。ステージエディター上でギミックを配置し、そのデータを新規保存、ロード、上書き、削除までゲーム内で操作できるようになりました。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以前は新規保存までで、読み込んだステージを修正して同じファイルに戻す流れがありませんでした。現在は、ロードから編集、上書き、不要データの削除まで一つの画面で完結します。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操作は、ギミックの種類を選び、位置や回転を調整して配置し、すぐにゲームプレイへ切り替えて確認する流れです。編集と試遊の往復を短くすることを意識しました。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保存では、配置した種類と座標、回転などをJSONに書き出します。ロードでは、そのJSONを読み、Placementを復元してObject3Dを再生成します。同じデータを編集とプレイの両方で利用しています。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書き保存では、ロードしたファイルのパスを保持します。編集後に上書きボタンを押すと、そのファイルだけに最新の配置を書き戻します。新規保存と上書きを分けることで、意図しない別名保存を防いで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削除機能は、ファイル選択、確認、削除、一覧の更新という順番です。すぐに消さず、対象名を見せて確認することで誤操作を防ぎます。JSONだけでなく、ステージ順を管理するリストからも取り除きます。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では、ギミック種類の固定情報と、ステージごとの配置情報を分けました。JSONにはPlacementだけを保存し、itemIdでモデル情報を参照します。そのため重複が少なく、ロードやUndoでも同じ再構築処理を利用で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まとめです。配置、保存、ロード、上書き、削除までの流れを作ることができました。次は、ボタン配置やエラー表示を改善し、初めて使う人でも迷わずステージを作れるエディターを目指します。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928533420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554b0e3ee4280" /><Relationship Type="http://schemas.openxmlformats.org/officeDocument/2006/relationships/slideLayout" Target="/ppt/slideLayouts/slideLayout1.xml" Id="Rba9dc24366da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dc24366da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deafbc57144ed" /><Relationship Type="http://schemas.openxmlformats.org/officeDocument/2006/relationships/image" Target="/ppt/media/image.png" Id="Rdfda7051e6474621" /><Relationship Type="http://schemas.openxmlformats.org/officeDocument/2006/relationships/notesSlide" Target="/ppt/notesSlides/notesSlide1.xml" Id="Rab7f2cbb6398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53bf0565d42bd" /><Relationship Type="http://schemas.openxmlformats.org/officeDocument/2006/relationships/image" Target="/ppt/media/image2.png" Id="Race72c83d13e4939" /><Relationship Type="http://schemas.openxmlformats.org/officeDocument/2006/relationships/notesSlide" Target="/ppt/notesSlides/notesSlide2.xml" Id="Rf7c96c34858244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a0f734b2646fa" /><Relationship Type="http://schemas.openxmlformats.org/officeDocument/2006/relationships/notesSlide" Target="/ppt/notesSlides/notesSlide3.xml" Id="R0d7fcf8bdec647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853fe4e404fa4" /><Relationship Type="http://schemas.openxmlformats.org/officeDocument/2006/relationships/image" Target="/ppt/media/image3.png" Id="Rf6b3ebb41a5a4d0c" /><Relationship Type="http://schemas.openxmlformats.org/officeDocument/2006/relationships/notesSlide" Target="/ppt/notesSlides/notesSlide4.xml" Id="Re9f281c9d73e4d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f75d1df104e65" /><Relationship Type="http://schemas.openxmlformats.org/officeDocument/2006/relationships/notesSlide" Target="/ppt/notesSlides/notesSlide5.xml" Id="R8c217718fe3742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4eac78334180" /><Relationship Type="http://schemas.openxmlformats.org/officeDocument/2006/relationships/notesSlide" Target="/ppt/notesSlides/notesSlide6.xml" Id="Rfc5d78911bf943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83ef324e7472d" /><Relationship Type="http://schemas.openxmlformats.org/officeDocument/2006/relationships/notesSlide" Target="/ppt/notesSlides/notesSlide7.xml" Id="R764c4fa55ca740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77c5704cb4711" /><Relationship Type="http://schemas.openxmlformats.org/officeDocument/2006/relationships/notesSlide" Target="/ppt/notesSlides/notesSlide8.xml" Id="R007165cd4ef348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9ca3a18f402f" /><Relationship Type="http://schemas.openxmlformats.org/officeDocument/2006/relationships/notesSlide" Target="/ppt/notesSlides/notesSlide9.xml" Id="Ree3da16cea604b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a7051e6474621"/>
          <a:srcRect xmlns:a="http://schemas.openxmlformats.org/drawingml/2006/main" l="28404" t="0" r="28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851A9-FE42-49FD-89CA-706EEFA0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14288">
            <a:solidFill>
              <a:srgbClr val="1F1F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DB28-A783-4D9D-9C8E-21589738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PR1 進捗発表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F369D-9917-47C8-887A-71D7FF8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自作エディターで</a:t>
            </a:r>
          </a:p>
          <a:p xmlns:a="http://schemas.openxmlformats.org/drawingml/2006/main">
            <a:pPr algn="l">
              <a:def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ギミックを配置してみた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0E34C-AB46-43FD-9C84-D569F47C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配置データの 保存・ロード・上書き・削除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826C-4717-4423-8D5A-EDE266F2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F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601D1-EFF6-4F11-AC1B-A0D49670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C++ / DirectX 12 / ImGui /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DE2FE-145B-4006-B604-384291DF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LE3C_10  サクラ タイキ</a:t>
            </a:r>
          </a:p>
        </p:txBody>
      </p:sp>
    </p:spTree>
    <p:extLst>
      <p:ext uri="{BB962C8B-B14F-4D97-AF65-F5344CB8AC3E}">
        <p14:creationId xmlns:p14="http://schemas.microsoft.com/office/powerpoint/2010/main" val="974830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DBB69-2B90-4D1F-9301-BB33A563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今回の成果：配置データをゲーム内で管理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5B9F6-0023-451F-BBC9-70C73A2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BEC4-E578-4BA8-8A18-8EBFCC7B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72c83d13e4939"/>
          <a:stretch xmlns:a="http://schemas.openxmlformats.org/drawingml/2006/main"/>
        </p:blipFill>
        <p:spPr>
          <a:xfrm xmlns:a="http://schemas.openxmlformats.org/drawingml/2006/main">
            <a:off x="552450" y="1844973"/>
            <a:ext cx="6191250" cy="3263305"/>
          </a:xfrm>
          <a:prstGeom xmlns:a="http://schemas.openxmlformats.org/drawingml/2006/main" prst="roundRect">
            <a:avLst>
              <a:gd name="adj" fmla="val 226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CCF9-932E-4F86-A0A1-0C9400CA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4305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49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52BC0-FBED-4F90-BDF4-42B6558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SAVE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B856E-6241-414F-AAAA-C01AFC4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431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新しい名前で保存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E4F45-E85A-4A63-A000-8DD9EFD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4305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D1929-CF97-413F-81CE-A1C7DB2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49C9D-F63D-4627-8BBB-5943D11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配置を読み戻す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A4038-5D09-46E5-9099-F6969792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D5FE4-3D7A-4837-A139-1BD07A3B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OVERWRITE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84A34-B0CA-46E8-BD1A-1C2EEB72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0047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編集結果を上書き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8C318-448D-4F32-82F8-EFBB38D8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06A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C1C25-DAAF-488C-91EC-7655BA4B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6A6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06A6A"/>
                </a:solidFill>
                <a:latin typeface="Yu Gothic"/>
                <a:ea typeface="Yu Gothic"/>
                <a:cs typeface="Yu Gothic"/>
              </a:rPr>
              <a:t>DELETE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0E484-D114-414A-AF28-D8052EA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047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不要データを削除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8C482-DC93-4BC8-BE6D-F4E305CF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244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 → 保存 → 再編集 → 整理まで、exe内で完結</a:t>
            </a:r>
          </a:p>
        </p:txBody>
      </p:sp>
    </p:spTree>
    <p:extLst>
      <p:ext uri="{BB962C8B-B14F-4D97-AF65-F5344CB8AC3E}">
        <p14:creationId xmlns:p14="http://schemas.microsoft.com/office/powerpoint/2010/main" val="673780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D4460-A367-4C00-9581-91B379BD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改善前と改善後：編集の流れを短くした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4C41-8CE8-48B9-B23A-C47B04E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4F950-7981-4853-BF84-7D7A877F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B4A98-EC01-4BAD-B424-566D0B97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9869A-50C6-4F7E-8225-2DFBD61A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A5F50-E940-493E-959B-B47EA028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953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89862-3A71-4F9E-92D5-3DAE27B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53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4813B-1AC5-436F-AC34-038DF76F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8D3B-23C2-4655-808A-9D02820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06AB7-738B-46E3-B050-A6BCAF2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59F01-1A45-4859-A0EA-1A919CE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新規保存のみ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822E9-404C-4577-9CFB-4F17B86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58D55-D880-41D1-B35D-719026B9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別ファイルを作成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5EC53-BBF2-4889-9329-C82D454E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34E6C-B423-4A23-8642-BB277F1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ファイル整理が手作業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F1F5C-A4EC-4073-91A8-2EC7E0A1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65DCF-B13E-476C-A2FA-762054B0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BF702-8AC4-457B-9EFE-2CDFEF1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6568A-E181-4BD7-B640-D46204F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62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配置を変更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DB90D-BF6C-499A-B2A6-0A71B372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02BB5-B3F8-4110-A57D-C79B6BF9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同じファイルへ上書き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ED9F2-83B7-466D-9638-D44CFE94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2E062-B426-4FD2-BFDB-F3CBBCAE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不要ステージを削除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53B95-F97E-450C-BB72-1E999B9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590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B2A9C-94F5-4E05-BE7C-FD5A13D1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48300"/>
            <a:ext cx="674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既存ステージを続きから編集できるようになった</a:t>
            </a:r>
          </a:p>
        </p:txBody>
      </p:sp>
    </p:spTree>
    <p:extLst>
      <p:ext uri="{BB962C8B-B14F-4D97-AF65-F5344CB8AC3E}">
        <p14:creationId xmlns:p14="http://schemas.microsoft.com/office/powerpoint/2010/main" val="466804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FFFB1-CB2B-42EF-B75C-ACF82B3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ギミック配置の流れ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1275F-F8CC-43E2-86A3-C0028818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3D5C3-7EDD-46AD-9C88-B30AE86D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3ebb41a5a4d0c"/>
          <a:srcRect xmlns:a="http://schemas.openxmlformats.org/drawingml/2006/main" l="13843" t="0" r="138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428750"/>
            <a:ext cx="5410200" cy="3943350"/>
          </a:xfrm>
          <a:prstGeom xmlns:a="http://schemas.openxmlformats.org/drawingml/2006/main" prst="roundRect">
            <a:avLst>
              <a:gd name="adj" fmla="val 24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8F124-9E6C-45B5-A0CA-BE99BC6B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933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0F4D5-DE26-426D-9C1A-00729F7D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96DD-7D5A-44E7-8223-CF3D9004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57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種類を選ぶ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A1CA5-356F-411B-867C-1AA21D2F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通常床・崩れる床・移動床など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B90F1-9D0C-4538-B86E-C8E33A98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933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77A20-A914-451A-8C23-B6AF90C6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8646D-28AC-4811-AC4B-BC8EED84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位置を決める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280AC-63B2-4A99-A383-2DAAC9C6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カーソルで座標・回転・大きさを調整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D372C-C3B3-4979-9CE7-E0F9323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933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E0AA8-7FFB-469E-8193-B10F3012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F8028-38AB-49E9-AD69-9B0B002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配置して試す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FA303-2231-4CBD-9D61-7DC1044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482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GamePlayModeへ切り替えて挙動を確認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30479-1EE6-4315-94D1-0BD7CEF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626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編集と試遊を短い周期で繰り返せる</a:t>
            </a:r>
          </a:p>
        </p:txBody>
      </p:sp>
    </p:spTree>
    <p:extLst>
      <p:ext uri="{BB962C8B-B14F-4D97-AF65-F5344CB8AC3E}">
        <p14:creationId xmlns:p14="http://schemas.microsoft.com/office/powerpoint/2010/main" val="762768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EFA82-296D-4400-92A7-DF9FD6F5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保存とロード：配置データを再利用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54E63-6B8C-4ABF-B61C-0FE9E25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023A0-34B5-4A21-8C60-F56D36CF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7B144-A822-4FB0-9E3B-B530CBAC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SAVE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35063-385F-4C93-B40F-AB851770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F447B-C14E-4EE0-B698-2830A279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エディター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174C0-F6B4-4327-90AA-F387C45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66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A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D2755-275A-46D5-A531-657F4F33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CB21-AFE8-4A3C-B2BB-378BA85F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526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Placement一覧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AFE28-6813-41F5-A092-B76C852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A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7E879-A450-43B6-9037-556665A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0394D"/>
          </a:solidFill>
          <a:ln xmlns:a="http://schemas.openxmlformats.org/drawingml/2006/main" w="14288">
            <a:solidFill>
              <a:srgbClr val="49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D4ACA-DF81-411F-8641-812CDC63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stage_name.json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DF1D8-CBBB-42D4-A244-73C8A3E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391AB-7A3C-4285-A17F-23BEE7B1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03E2A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CB28A-5AF3-4B36-A2EC-1124AD1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stage_name.json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A8052-925C-48A9-A96B-B1605DF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624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0C30D-54FF-44CA-838B-5065AD5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CDC31-1A86-4829-AE9C-9D5748A2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481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Placement復元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91960-58C0-4AF0-B74C-8B52494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C8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B1D1E-1BC0-4BDC-9DF0-3C7BB85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195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93149-150F-40F1-AFB0-448C9FCB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Object3D生成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9AEBD-E65B-4E44-855B-8C64F74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85900"/>
            <a:ext cx="45148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D8D16-733B-48CD-8CE9-9251A05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14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保存する情報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5B952-4EEE-44D1-8D01-30C68197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3733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"version": 4,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"size": [100, 20],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"placements": [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  { "item_id": 3,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    "position": [5, 2, 0],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    "rotation": [0, 90, 0] }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]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C32A1-6998-4B4B-84CB-E1CDAAE2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43550"/>
            <a:ext cx="803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同じJSONから、編集画面とゲーム画面を再構築</a:t>
            </a:r>
          </a:p>
        </p:txBody>
      </p:sp>
    </p:spTree>
    <p:extLst>
      <p:ext uri="{BB962C8B-B14F-4D97-AF65-F5344CB8AC3E}">
        <p14:creationId xmlns:p14="http://schemas.microsoft.com/office/powerpoint/2010/main" val="1895583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4E0C0-48D2-4687-99A7-79BEDE2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上書き保存：読み込んだファイルを更新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43044-F020-416F-AD20-89507E3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39557-7083-4A89-A63D-F734BAA0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76DD9-D39D-4196-B9E2-D033B55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読み込み時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97809-F5A9-4170-AC84-5051ED47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3E2A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3343F-EDD4-4AE8-8122-6972DB27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loadedFilePath</a:t>
            </a:r>
          </a:p>
          <a:p xmlns:a="http://schemas.openxmlformats.org/drawingml/2006/main">
            <a:pPr algn="ctr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= stage_A.json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0DCD-2758-441D-9AC1-CEF02582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1815B-105C-4CDD-9247-A18179C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09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編集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9F7A3-4BC1-475E-BD27-DE798AC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ED247-2017-4DCE-8F4F-0E1F90C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ギミックを追加・移動</a:t>
            </a:r>
          </a:p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現在の配置を更新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23010-45FA-4143-ABF9-95B16F95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4BC23-27A4-4FFC-A151-C607A867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09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上書き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49399-1E26-426A-A779-FABB697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4A3218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79D00-4E32-4366-B835-B0964BA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同じ stage_A.json へ</a:t>
            </a:r>
          </a:p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最新の配置を書き込む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016BA-2907-4156-B086-8F6B2399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62350"/>
            <a:ext cx="796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56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2270E-4CF0-47D0-8FE3-C1BE6556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386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29AA8-38A8-4319-9A9E-D49F2A53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10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新規保存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F84EC-21F3-435C-BD53-07058835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名前を入力して別ファイルを作る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C0AD0-2A92-4469-9A75-66DAD3C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2127F-C1EF-4110-B7D1-487CC89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上書き保存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EEC1D-BB71-4A55-891F-6C4F56C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ロード元のファイルだけを更新する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79E08-E5C0-49B0-B60F-89A8D21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81650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『新しく作る』と『続きを直す』を分けた</a:t>
            </a:r>
          </a:p>
        </p:txBody>
      </p:sp>
    </p:spTree>
    <p:extLst>
      <p:ext uri="{BB962C8B-B14F-4D97-AF65-F5344CB8AC3E}">
        <p14:creationId xmlns:p14="http://schemas.microsoft.com/office/powerpoint/2010/main" val="474515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F951D-EE59-417A-8385-5FEA31A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削除：不要なステージをexe内で整理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EF685-EF43-4816-B322-D289F1B9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D98A3-80E3-4C05-AC95-73FBECF8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56B4C-6CC0-4169-8D62-772334C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7F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7D0C7-2934-47A1-8553-7102BAC9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1CA95-BDC1-44D2-8399-B217E75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削除するファイルを選択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2D25E-8697-4795-90A7-4C5F8BB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20C82-3C12-4A23-904C-AFD5CC4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0C4EE-B8EE-4B69-B517-811DC01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6DA92-D835-4B86-88EF-1AFA27B0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確認ダイアログを表示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4F86C-333C-46DA-A434-27934003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E08EB-BAD2-45BF-972B-3AA9FB5E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06A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4478E-0F6C-42A8-AA20-A4F2B555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6A6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06A6A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32F02-9837-4B12-87CC-CE88D97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JSONとプレイリストから削除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5AC41-065D-43D5-9D88-41CDCE68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C6092-C90A-4A08-8140-DA0419CB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3273B-58CF-4CEC-897E-5C8B5AC8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A022A-1661-4E51-8067-C5A8EC5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一覧を再読み込み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03079-68D8-461B-B5D8-EC1CAE2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48100"/>
            <a:ext cx="7886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22526"/>
          </a:solidFill>
          <a:ln xmlns:a="http://schemas.openxmlformats.org/drawingml/2006/main" w="14288">
            <a:solidFill>
              <a:srgbClr val="F06A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051D2-FEAF-4916-8FD8-62D60CB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86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A6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06A6A"/>
                </a:solidFill>
                <a:latin typeface="Yu Gothic"/>
                <a:ea typeface="Yu Gothic"/>
                <a:cs typeface="Yu Gothic"/>
              </a:rPr>
              <a:t>確認なしで削除しない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91B37-8A66-41AA-8401-C7CA5D13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選択中のファイル名を表示し、実行前にもう一度確認する。</a:t>
            </a:r>
          </a:p>
          <a:p xmlns:a="http://schemas.openxmlformats.org/drawingml/2006/main">
            <a:pPr algn="l">
              <a:def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ロード中のファイルを削除した場合は、編集状態も安全に解除する。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3DA56-2D89-42E4-981B-40C78547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81650"/>
            <a:ext cx="678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誤操作を防ぎながら、不要なデータだけ整理</a:t>
            </a:r>
          </a:p>
        </p:txBody>
      </p:sp>
    </p:spTree>
    <p:extLst>
      <p:ext uri="{BB962C8B-B14F-4D97-AF65-F5344CB8AC3E}">
        <p14:creationId xmlns:p14="http://schemas.microsoft.com/office/powerpoint/2010/main" val="1856075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EDE37-42BC-4369-9A39-50A4919D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こだわった点：定義と配置を分ける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095E9-ACAB-435E-BBBB-873A462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05854-6D97-4CBF-93B9-BCE6488C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13534-3FF6-4C0A-9AA3-7A80BFEC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6291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49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C7A2C-3206-4B01-864C-FDBA64C2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ItemDefinition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43F40-A090-4161-BFCF-2182FF6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ギミック種類ごとの固定情報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FA533-DF1C-4C1E-9945-93E4D40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・モデル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・色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・初期サイズ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・動作カテゴリ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F06F3-D44A-42C6-8527-1658BE5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43050"/>
            <a:ext cx="46291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FC3D6-87A6-4EDA-ACBA-C421E5C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71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Placement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08228-1122-4BB7-8FD8-B477546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ステージごとに変わる情報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AEAF2-67EB-4766-BCB3-EE4303C8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・itemId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・位置 / 回転 / 拡縮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・variant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・ギミック固有値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27C40-8AC0-4B20-8AC5-3C8963CA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62250"/>
            <a:ext cx="8763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1FA1D-4E75-42F3-B1A5-96B4A9F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itemIdで関連付け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2F9B-26B1-4861-AF75-4ED7F3A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モデル情報を重複保存せず、JSONを小さく保つ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D2350-9935-47AA-B1A0-FAF8082B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531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ロード・Undo・ゲーム開始時も、Placementから同じ手順で再構築</a:t>
            </a:r>
          </a:p>
        </p:txBody>
      </p:sp>
    </p:spTree>
    <p:extLst>
      <p:ext uri="{BB962C8B-B14F-4D97-AF65-F5344CB8AC3E}">
        <p14:creationId xmlns:p14="http://schemas.microsoft.com/office/powerpoint/2010/main" val="875404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3AC2E-10F9-45AE-ABB8-3421131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まとめと次の目標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FD53E-2F39-46ED-BE56-9571C7A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E638-5B60-4109-8129-2EF4883F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A8243-C44F-4169-9076-96E3C930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7056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8F853-E014-46B8-8840-D1C6D5CB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今回できたこと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6DBC4-93E2-4D42-83C5-0669D3A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1A72C-E936-4154-8938-DCB5BD67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28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ギミックを選び、位置を調整して配置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EA892-A8EE-4552-B124-5F7207DF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347F7-FD0A-4024-B385-07D8C5CF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配置を名前付きJSONとして保存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03565-5670-420D-9592-463E5912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1B1CE-6DDA-4880-88F6-32876EDF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ロード後の変更を同じファイルへ上書き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81B18-AEED-432A-9F2B-6F75103A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65A1C-E5EA-4EE3-99CC-94DE5DA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不要なステージデータを安全に削除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36D03-137B-46C8-B635-4941AE0D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3733800" cy="38100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856F4-BFA0-47B8-B6AA-1ED139F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次に進めること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23F9A-D0FC-4C87-B999-C49C3909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1  配置UIの見やすさ改善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2  エラー表示と入力チェック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3  ステージの種類を増やす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AE5E2-C2BF-46E1-93EA-D5DD6599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編集 → 保存 → 試遊を、迷わず繰り返せるエディターへ</a:t>
            </a:r>
          </a:p>
        </p:txBody>
      </p:sp>
    </p:spTree>
    <p:extLst>
      <p:ext uri="{BB962C8B-B14F-4D97-AF65-F5344CB8AC3E}">
        <p14:creationId xmlns:p14="http://schemas.microsoft.com/office/powerpoint/2010/main" val="334149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2026-10-05T01:47:56.3850000Z</dcterms:created>
  <dcterms:modified xsi:type="dcterms:W3CDTF">2026-10-05T01:47:56.3850000Z</dcterms:modified>
</coreProperties>
</file>