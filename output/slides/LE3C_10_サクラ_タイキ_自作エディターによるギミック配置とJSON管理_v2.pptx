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eb2a0462746ce" /><Relationship Type="http://schemas.openxmlformats.org/officeDocument/2006/relationships/extended-properties" Target="/docProps/app.xml" Id="R2fc38c2ff4d343ef" /><Relationship Type="http://schemas.openxmlformats.org/officeDocument/2006/relationships/officeDocument" Target="/ppt/presentation.xml" Id="R51501488e475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ff0019a022411b"/>
  </p:sldMasterIdLst>
  <p:notesMasterIdLst>
    <p:notesMasterId xmlns:r="http://schemas.openxmlformats.org/officeDocument/2006/relationships" r:id="R719cbec856e6412e"/>
  </p:notesMasterIdLst>
  <p:sldIdLst>
    <p:sldId xmlns:r="http://schemas.openxmlformats.org/officeDocument/2006/relationships" id="256" r:id="Rc274ea2439c74781"/>
    <p:sldId xmlns:r="http://schemas.openxmlformats.org/officeDocument/2006/relationships" id="257" r:id="R541de5c9551f441b"/>
    <p:sldId xmlns:r="http://schemas.openxmlformats.org/officeDocument/2006/relationships" id="258" r:id="R34e762ef19884a93"/>
    <p:sldId xmlns:r="http://schemas.openxmlformats.org/officeDocument/2006/relationships" id="259" r:id="R09e71ac42d8b45f8"/>
    <p:sldId xmlns:r="http://schemas.openxmlformats.org/officeDocument/2006/relationships" id="260" r:id="Rcb11a65db98f40af"/>
    <p:sldId xmlns:r="http://schemas.openxmlformats.org/officeDocument/2006/relationships" id="261" r:id="Rb231c4fcc6cb48ab"/>
    <p:sldId xmlns:r="http://schemas.openxmlformats.org/officeDocument/2006/relationships" id="262" r:id="R4c48a206ebd14e89"/>
    <p:sldId xmlns:r="http://schemas.openxmlformats.org/officeDocument/2006/relationships" id="263" r:id="R7ba1ca532d7f4914"/>
    <p:sldId xmlns:r="http://schemas.openxmlformats.org/officeDocument/2006/relationships" id="264" r:id="R3880952f323d4c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b93668bc64927" /><Relationship Type="http://schemas.openxmlformats.org/officeDocument/2006/relationships/slideMaster" Target="/ppt/slideMasters/slideMaster1.xml" Id="Redff0019a022411b" /><Relationship Type="http://schemas.openxmlformats.org/officeDocument/2006/relationships/notesMaster" Target="/ppt/notesMasters/notesMaster1.xml" Id="R719cbec856e6412e" /><Relationship Type="http://schemas.openxmlformats.org/officeDocument/2006/relationships/presProps" Target="/ppt/presProps.xml" Id="R86e78a596f5847af" /><Relationship Type="http://schemas.openxmlformats.org/officeDocument/2006/relationships/tableStyles" Target="/ppt/tableStyles.xml" Id="Rbf3cf547d7834c3a" /><Relationship Type="http://schemas.openxmlformats.org/officeDocument/2006/relationships/slide" Target="/ppt/slides/slide1.xml" Id="Rc274ea2439c74781" /><Relationship Type="http://schemas.openxmlformats.org/officeDocument/2006/relationships/slide" Target="/ppt/slides/slide2.xml" Id="R541de5c9551f441b" /><Relationship Type="http://schemas.openxmlformats.org/officeDocument/2006/relationships/slide" Target="/ppt/slides/slide3.xml" Id="R34e762ef19884a93" /><Relationship Type="http://schemas.openxmlformats.org/officeDocument/2006/relationships/slide" Target="/ppt/slides/slide4.xml" Id="R09e71ac42d8b45f8" /><Relationship Type="http://schemas.openxmlformats.org/officeDocument/2006/relationships/slide" Target="/ppt/slides/slide5.xml" Id="Rcb11a65db98f40af" /><Relationship Type="http://schemas.openxmlformats.org/officeDocument/2006/relationships/slide" Target="/ppt/slides/slide6.xml" Id="Rb231c4fcc6cb48ab" /><Relationship Type="http://schemas.openxmlformats.org/officeDocument/2006/relationships/slide" Target="/ppt/slides/slide7.xml" Id="R4c48a206ebd14e89" /><Relationship Type="http://schemas.openxmlformats.org/officeDocument/2006/relationships/slide" Target="/ppt/slides/slide8.xml" Id="R7ba1ca532d7f4914" /><Relationship Type="http://schemas.openxmlformats.org/officeDocument/2006/relationships/slide" Target="/ppt/slides/slide9.xml" Id="R3880952f323d4c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731eef585a4f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3b1e0ad65f46be" /><Relationship Type="http://schemas.openxmlformats.org/officeDocument/2006/relationships/notesMaster" Target="/ppt/notesMasters/notesMaster1.xml" Id="R2385b1f9a5ea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77b8fc31964945" /><Relationship Type="http://schemas.openxmlformats.org/officeDocument/2006/relationships/notesMaster" Target="/ppt/notesMasters/notesMaster1.xml" Id="Rfc9c1cf5cffd43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0ea7a19904471c" /><Relationship Type="http://schemas.openxmlformats.org/officeDocument/2006/relationships/notesMaster" Target="/ppt/notesMasters/notesMaster1.xml" Id="Rcf14fd4c1ce2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ba089505745f5" /><Relationship Type="http://schemas.openxmlformats.org/officeDocument/2006/relationships/notesMaster" Target="/ppt/notesMasters/notesMaster1.xml" Id="R26127d113d5241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813379ebbe4878" /><Relationship Type="http://schemas.openxmlformats.org/officeDocument/2006/relationships/notesMaster" Target="/ppt/notesMasters/notesMaster1.xml" Id="Rfa464294714546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e549798cd7439f" /><Relationship Type="http://schemas.openxmlformats.org/officeDocument/2006/relationships/notesMaster" Target="/ppt/notesMasters/notesMaster1.xml" Id="R13e7a47b148047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f05201cec4ebb" /><Relationship Type="http://schemas.openxmlformats.org/officeDocument/2006/relationships/notesMaster" Target="/ppt/notesMasters/notesMaster1.xml" Id="R6006a327d1df41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2976f11a674653" /><Relationship Type="http://schemas.openxmlformats.org/officeDocument/2006/relationships/notesMaster" Target="/ppt/notesMasters/notesMaster1.xml" Id="R2d173e9ee61a46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376e9b2eeb4764" /><Relationship Type="http://schemas.openxmlformats.org/officeDocument/2006/relationships/notesMaster" Target="/ppt/notesMasters/notesMaster1.xml" Id="Rdcbb0135ec70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今回は、自作ステージエディターでギミックを配置し、その配置データをJSONとして管理できるようにした進捗を発表します。特に、保存・ロード・上書き・削除の4機能を中心に説明します。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先に結果を示します。ステージエディター上でギミックを配置し、そのデータを新規保存、ロード、上書き、削除までゲーム内で操作できるようになりました。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以前は新規保存までで、読み込んだステージを修正して同じファイルに戻す流れがありませんでした。現在は、ロードから編集、上書き、不要データの削除まで一つの画面で完結します。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操作は、ギミックの種類を選び、位置や回転を調整して配置し、すぐにゲームプレイへ切り替えて確認する流れです。編集と試遊の往復を短くすることを意識しました。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保存では、配置した種類と座標、回転などをJSONに書き出します。ロードでは、そのJSONを読み、Placementを復元してObject3Dを再生成します。同じデータを編集とプレイの両方で利用しています。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書き保存では、ロードしたファイルのパスを保持します。編集後に上書きボタンを押すと、そのファイルだけに最新の配置を書き戻します。新規保存と上書きを分けることで、意図しない別名保存を防いで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削除機能は、ファイル選択、確認、削除、一覧の更新という順番です。すぐに消さず、対象名を見せて確認することで誤操作を防ぎます。JSONだけでなく、ステージ順を管理するリストからも取り除きます。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装では、ギミック種類の固定情報と、ステージごとの配置情報を分けました。JSONにはPlacementだけを保存し、itemIdでモデル情報を参照します。そのため重複が少なく、ロードやUndoでも同じ再構築処理を利用で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まとめです。配置、保存、ロード、上書き、削除までの流れを作ることができました。次は、ボタン配置やエラー表示を改善し、初めて使う人でも迷わずステージを作れるエディターを目指します。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c304a488846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3c867f216d4610" /><Relationship Type="http://schemas.openxmlformats.org/officeDocument/2006/relationships/slideLayout" Target="/ppt/slideLayouts/slideLayout1.xml" Id="R49e7750b7ecc4f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7750b7ecc4f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ac6e17edc49f1" /><Relationship Type="http://schemas.openxmlformats.org/officeDocument/2006/relationships/image" Target="/ppt/media/image.png" Id="R0ac4557923db4cfb" /><Relationship Type="http://schemas.openxmlformats.org/officeDocument/2006/relationships/notesSlide" Target="/ppt/notesSlides/notesSlide1.xml" Id="R90214de1585e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f9a451f374eff" /><Relationship Type="http://schemas.openxmlformats.org/officeDocument/2006/relationships/image" Target="/ppt/media/image2.png" Id="R5db3cf2a80304ec7" /><Relationship Type="http://schemas.openxmlformats.org/officeDocument/2006/relationships/notesSlide" Target="/ppt/notesSlides/notesSlide2.xml" Id="R98dc62c6ca2a4c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2abbc40546f5" /><Relationship Type="http://schemas.openxmlformats.org/officeDocument/2006/relationships/notesSlide" Target="/ppt/notesSlides/notesSlide3.xml" Id="Rc77290ec76fc40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c7290165a40df" /><Relationship Type="http://schemas.openxmlformats.org/officeDocument/2006/relationships/image" Target="/ppt/media/image3.png" Id="Rbf7c6964361240bf" /><Relationship Type="http://schemas.openxmlformats.org/officeDocument/2006/relationships/notesSlide" Target="/ppt/notesSlides/notesSlide4.xml" Id="Rfe9b4bc9ce774e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47f7df7b2421a" /><Relationship Type="http://schemas.openxmlformats.org/officeDocument/2006/relationships/notesSlide" Target="/ppt/notesSlides/notesSlide5.xml" Id="R3511900b8f1c4f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6cac97cb24102" /><Relationship Type="http://schemas.openxmlformats.org/officeDocument/2006/relationships/notesSlide" Target="/ppt/notesSlides/notesSlide6.xml" Id="R4c67685ea7f042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ebdde583d43ae" /><Relationship Type="http://schemas.openxmlformats.org/officeDocument/2006/relationships/notesSlide" Target="/ppt/notesSlides/notesSlide7.xml" Id="R66d45906561248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16d09e3784903" /><Relationship Type="http://schemas.openxmlformats.org/officeDocument/2006/relationships/notesSlide" Target="/ppt/notesSlides/notesSlide8.xml" Id="R0df9b7ba194b49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28f6bb8484fe9" /><Relationship Type="http://schemas.openxmlformats.org/officeDocument/2006/relationships/notesSlide" Target="/ppt/notesSlides/notesSlide9.xml" Id="Ra8bfef13019f41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4557923db4cfb"/>
          <a:srcRect xmlns:a="http://schemas.openxmlformats.org/drawingml/2006/main" l="28404" t="0" r="28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2C12D-23E6-489B-8A5F-2EA73BED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14288">
            <a:solidFill>
              <a:srgbClr val="1F1F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8B2B4-3986-42A1-91E2-A832A93A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PR1 進捗発表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216EE-0615-4302-AA27-B1B4D386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自作エディターで</a:t>
            </a:r>
          </a:p>
          <a:p xmlns:a="http://schemas.openxmlformats.org/drawingml/2006/main">
            <a:pPr algn="l">
              <a:defRPr sz="39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ギミックを配置してみた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4263B-8B42-4346-85D3-6D43F34B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配置データの 保存・ロード・上書き・削除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455EF-CDE2-4230-A319-B90F6EFE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F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EEAFF-725A-4CC0-A68F-CD439FCD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C++ / DirectX 12 / ImGui /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E6EC4-5A36-48F0-BD96-38D9FFBC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LE3C_10  サクラ タイキ</a:t>
            </a:r>
          </a:p>
        </p:txBody>
      </p:sp>
    </p:spTree>
    <p:extLst>
      <p:ext uri="{BB962C8B-B14F-4D97-AF65-F5344CB8AC3E}">
        <p14:creationId xmlns:p14="http://schemas.microsoft.com/office/powerpoint/2010/main" val="1422577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052CF-1B3B-415E-AD18-171BB7F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今回の成果：配置データをゲーム内で管理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3AF42-FEEF-4830-8C93-6E82C69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DE61F-1CA5-4135-A828-1063CF22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3cf2a80304ec7"/>
          <a:stretch xmlns:a="http://schemas.openxmlformats.org/drawingml/2006/main"/>
        </p:blipFill>
        <p:spPr>
          <a:xfrm xmlns:a="http://schemas.openxmlformats.org/drawingml/2006/main">
            <a:off x="552450" y="1844973"/>
            <a:ext cx="6191250" cy="3263305"/>
          </a:xfrm>
          <a:prstGeom xmlns:a="http://schemas.openxmlformats.org/drawingml/2006/main" prst="roundRect">
            <a:avLst>
              <a:gd name="adj" fmla="val 226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ADC18-FE83-4169-8656-4C920239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43050"/>
            <a:ext cx="1943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49A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4D072-AE09-4864-9546-155D0F3B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14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SAVE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D24B7-5A85-456F-99E1-0D2117A6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431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新しい名前で保存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BD88A-92F5-4782-835F-5F5CB827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43050"/>
            <a:ext cx="1943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04528-C55C-44DB-914B-F27CBC33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DDDD4-73CF-4DD3-8EE7-214B25A0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配置を読み戻す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264CC-2185-4AA5-81F3-DB1E4CCC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943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5EA5F-C477-4383-ABA4-C83C8C74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OVERWRITE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BE0DC-46F2-44EA-AC27-946FAE00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0047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編集結果を上書き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1D04C-785D-41E1-B1D5-02B9F53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1943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06A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9A005-6865-4DD0-A340-DD699311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6A6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06A6A"/>
                </a:solidFill>
                <a:latin typeface="Yu Gothic"/>
                <a:ea typeface="Yu Gothic"/>
                <a:cs typeface="Yu Gothic"/>
              </a:rPr>
              <a:t>DELETE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247BF-FC70-4C43-BD4E-F4D1C44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0047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不要データを削除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3BBE3-6CEC-4BFD-89DB-BE263C3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244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 → 保存 → 再編集 → 整理まで、exe内で完結</a:t>
            </a:r>
          </a:p>
        </p:txBody>
      </p:sp>
    </p:spTree>
    <p:extLst>
      <p:ext uri="{BB962C8B-B14F-4D97-AF65-F5344CB8AC3E}">
        <p14:creationId xmlns:p14="http://schemas.microsoft.com/office/powerpoint/2010/main" val="608506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7EF17F-787C-42EC-AFD0-CB3C9849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改善前と改善後：編集の流れを短くした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EC9E2-92D9-4466-821D-7A76A1C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376AC-D286-4AEB-BBF5-E6C0C17D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21A55-E62D-4F09-A69D-FFD47B29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25813-9CBD-41DB-9F1D-988B3CC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09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32B24-C620-4EEC-B7A2-E1CBBEFF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953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0D1D5-F30E-45E8-BB30-C429FDAB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953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0D07D-ED90-4479-9713-9914684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FA4BF-95A5-47B6-812F-9DE5C0CC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98FE6-86FE-4ED7-B3AB-E003786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957B7-D9B8-47EB-B0E0-D8D933DD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62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新規保存のみ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C8AC2-E11D-4C2C-B608-3E456CB6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B9F88-D5BE-4E23-80F3-32597A1B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9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別ファイルを作成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D0287-659B-4C2C-B395-E15D8F0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349A9-2472-4C35-84E1-CC948B80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ファイル整理が手作業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05213-D0BE-41DA-8BF2-58D3ADF6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3ADE4-B7AC-4A94-9841-BE0E37A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ロード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875ED-81DD-431E-9B35-74E898C5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2C05F-A37F-4760-9472-0F24435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62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配置を変更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667BF-0453-4B9F-B8BD-C1EA91BC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9E2C3-4663-489E-A50C-C5100063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99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同じファイルへ上書き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88B98-32F4-41B6-B611-9BD88393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80496-9B2E-446B-BADC-356B1648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576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不要ステージを削除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CD012-3B33-4405-BD67-D662E309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590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2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6AA92-1BE1-485A-B05B-4F9D442E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48300"/>
            <a:ext cx="674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既存ステージを続きから編集できるようになった</a:t>
            </a:r>
          </a:p>
        </p:txBody>
      </p:sp>
    </p:spTree>
    <p:extLst>
      <p:ext uri="{BB962C8B-B14F-4D97-AF65-F5344CB8AC3E}">
        <p14:creationId xmlns:p14="http://schemas.microsoft.com/office/powerpoint/2010/main" val="1641553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48E29-D597-4281-ABF5-E9D1B6EE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ギミック配置の流れ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4C962-9667-48A4-BC74-B50731A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31970-A49F-4FA6-9033-70160274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c6964361240bf"/>
          <a:srcRect xmlns:a="http://schemas.openxmlformats.org/drawingml/2006/main" l="13843" t="0" r="138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428750"/>
            <a:ext cx="5410200" cy="3943350"/>
          </a:xfrm>
          <a:prstGeom xmlns:a="http://schemas.openxmlformats.org/drawingml/2006/main" prst="roundRect">
            <a:avLst>
              <a:gd name="adj" fmla="val 24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30967-8FF3-41E5-9D6B-4972604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9339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45F01-29A5-4EA2-B73F-55C42AC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6BC4B-0B84-43AD-A645-D2807BFB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573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種類を選ぶ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CE12A-A790-472E-BC37-3C1579DB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通常床・崩れる床・移動床など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7C5A8-BE62-4F61-B033-0A4E0058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9339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D455F-49E5-420E-A456-DAB6FD93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7EDF1-B0A9-4D98-B5BB-B9E78F49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位置を決める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A2913-3988-432E-914F-7BC79FE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337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カーソルで座標・回転・大きさを調整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F1D8C-3F7B-456A-AAAB-E64C4F89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9339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C92E5-E245-43F5-884A-68BC8AEF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106B0-58D5-4D05-B2CF-8E603A68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配置して試す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543DC-0857-4136-B4C4-E75E6181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4820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GamePlayModeへ切り替えて挙動を確認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A5677-EEEB-4521-A797-5EE06526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626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編集と試遊を短い周期で繰り返せる</a:t>
            </a:r>
          </a:p>
        </p:txBody>
      </p:sp>
    </p:spTree>
    <p:extLst>
      <p:ext uri="{BB962C8B-B14F-4D97-AF65-F5344CB8AC3E}">
        <p14:creationId xmlns:p14="http://schemas.microsoft.com/office/powerpoint/2010/main" val="1971158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F38B7-53C6-4406-BAB9-00FEB657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保存とロード：配置データを再利用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FBC86-BD8C-4312-A41A-89A34FF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547D9-E0F2-400F-98F9-32C9BEA9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8262A-1C46-415A-A497-E91CB4A1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SAVE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BE0FD-ABA4-4C7D-A2FD-318801C2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E5E74-03FE-4E72-9134-964F22C0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エディター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71A4B-7CC9-4CA0-9429-B2830ACE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669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9A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12889-5A33-405E-B21E-AC2E0E51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9AD15-8B0D-4BE9-938D-BD0B71FD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526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Placement一覧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BBFD3-B246-4550-BCA3-8982F1E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9A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3FD16-6CFF-43C4-9F61-D9419E39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0394D"/>
          </a:solidFill>
          <a:ln xmlns:a="http://schemas.openxmlformats.org/drawingml/2006/main" w="14288">
            <a:solidFill>
              <a:srgbClr val="49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5CB96-1505-4B3E-BB7D-3C02C2C5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526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stage_name.json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3591F-6C93-4ED1-B63F-BA3A75D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46E28-7837-4CF2-8F9C-1E7BEEC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03E2A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1809F-B342-4208-9317-C3C23E1B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stage_name.json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E0D94-F303-4EA5-B859-0D18383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624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C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A6BDF-8B12-4E92-B072-C74B27C3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F41D8-3D41-455C-AC8E-A2C30233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Placement復元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A64C2-D4EE-4A30-9103-DE33CAB8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C8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13502-3EB8-434B-9BA7-09A307CF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19550"/>
            <a:ext cx="1562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91EF0-D0CF-4EE6-B4E6-0516869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481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Object3D生成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42AF8-3DAA-4429-8EE4-E33D8BE3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85900"/>
            <a:ext cx="45148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90910-AA11-4960-90B7-52DEA74A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14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保存する情報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9CF72-CA39-4280-B109-D0089092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3733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"version": 4,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"size": [100, 20],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"placements": [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  { "item_id": 3,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    "position": [5, 2, 0],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    "rotation": [0, 90, 0] }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  ]</a:t>
            </a:r>
          </a:p>
          <a:p xmlns:a="http://schemas.openxmlformats.org/drawingml/2006/main">
            <a:pPr algn="l">
              <a:def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D7E5FF"/>
                </a:solidFill>
                <a:latin typeface="Yu Gothic"/>
                <a:ea typeface="Yu Gothic"/>
                <a:cs typeface="Yu Gothic"/>
              </a:rPr>
              <a:t>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EDD0A-7952-4959-AAD5-D702497B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43550"/>
            <a:ext cx="803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同じJSONから、編集画面とゲーム画面を再構築</a:t>
            </a:r>
          </a:p>
        </p:txBody>
      </p:sp>
    </p:spTree>
    <p:extLst>
      <p:ext uri="{BB962C8B-B14F-4D97-AF65-F5344CB8AC3E}">
        <p14:creationId xmlns:p14="http://schemas.microsoft.com/office/powerpoint/2010/main" val="179999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BD83D-B3DA-4C11-8AB2-A95AAA34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上書き保存：読み込んだファイルを更新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A0F8A-8A75-4DA7-A2EC-FD6A4E64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16EE4-04C8-4BD3-9AFA-B2AEB385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D0C5F-005B-4EB5-ACE1-D1DF913A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読み込み時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ADA21-10C4-4B02-99C2-A2546C0B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3E2A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CF432-80BF-4D74-A5CD-56E5C322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loadedFilePath</a:t>
            </a:r>
          </a:p>
          <a:p xmlns:a="http://schemas.openxmlformats.org/drawingml/2006/main">
            <a:pPr algn="ctr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= stage_A.json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FC82F-C651-4F16-AD58-919F7AFD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2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69B61-1B64-45AC-84AC-51FAA3F5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09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編集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0599C-843B-4ED9-A4F9-09E914ED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6690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9658F-6730-4EAD-9C46-3C9B123E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ギミックを追加・移動</a:t>
            </a:r>
          </a:p>
          <a:p xmlns:a="http://schemas.openxmlformats.org/drawingml/2006/main">
            <a:pPr algn="ctr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現在の配置を更新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F91A3-7BEA-4D27-BE2B-87942AD5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2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B8E08-D027-4536-B148-22E1CDEF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09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上書き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C5D77-21D1-49C4-AF96-3C4BD1B8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4A3218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A20B2-C97C-4400-A651-C2189A2B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同じ stage_A.json へ</a:t>
            </a:r>
          </a:p>
          <a:p xmlns:a="http://schemas.openxmlformats.org/drawingml/2006/main">
            <a:pPr algn="ctr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最新の配置を書き込む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D2254-8233-4D1A-BB73-BB9D125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62350"/>
            <a:ext cx="796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656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A7BAA-02BB-4AE7-90B6-BA169908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386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98A59-16CB-42B5-A532-DE804F35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10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新規保存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91AB9-FFB7-405F-8AB2-14415DBB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72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名前を入力して別ファイルを作る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90C24-54F8-4057-B80C-A097D4B9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84E75-5310-4C88-B771-4776CBC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上書き保存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0FA95-7B97-493B-9554-397D6D1C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72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ロード元のファイルだけを更新する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B3920-47D9-4E3F-8AFF-4B2F2251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81650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『新しく作る』と『続きを直す』を分けた</a:t>
            </a:r>
          </a:p>
        </p:txBody>
      </p:sp>
    </p:spTree>
    <p:extLst>
      <p:ext uri="{BB962C8B-B14F-4D97-AF65-F5344CB8AC3E}">
        <p14:creationId xmlns:p14="http://schemas.microsoft.com/office/powerpoint/2010/main" val="118089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585E6-98D0-4ED4-A361-3F0446D5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削除：不要なステージをexe内で整理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5A17F-DBAC-4B44-AF85-C8C1C5EA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3C3DC-9F0D-4273-BA08-C1AC0837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5D61B-AE11-4DD3-8691-09CB1022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362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7F7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15B28-0EE8-4270-A2A0-CDC01751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B37F4-02A4-4151-A710-D4EC2D2A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削除するファイルを選択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9A390-BB13-43D1-A8E1-D3D8E40D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8D8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33A26-B9E1-4692-9580-41161F94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2362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9D991-419B-4049-8A65-9D2F1E25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E9ED8-966F-47E9-AF38-0A3AE207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確認ダイアログを表示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52A5A-8DBC-4184-B750-7305F9F1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81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8D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1B81D-3181-4A01-AFC6-F23E0A20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2362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06A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CF0AE-4EB8-4692-B697-EF40A066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6A6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06A6A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BE33A-C99B-4204-9A3D-132136E2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JSONとプレイリストから削除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4958B-5188-48E0-B288-1ED235D4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8D8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13C7C-3CDC-4D06-A989-19449313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66900"/>
            <a:ext cx="2362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7122D-6F55-4057-9435-A8D97A1C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19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8B261-1F88-4984-A268-6D0CA096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一覧を再読み込み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1FB0F-E350-476C-B91F-D6CA8A2A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48100"/>
            <a:ext cx="7886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322526"/>
          </a:solidFill>
          <a:ln xmlns:a="http://schemas.openxmlformats.org/drawingml/2006/main" w="14288">
            <a:solidFill>
              <a:srgbClr val="F06A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95630-E7B8-4B0A-8AD0-1B90021B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386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A6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06A6A"/>
                </a:solidFill>
                <a:latin typeface="Yu Gothic"/>
                <a:ea typeface="Yu Gothic"/>
                <a:cs typeface="Yu Gothic"/>
              </a:rPr>
              <a:t>確認なしで削除しない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45AF6-74CE-40E9-AC9A-D471985F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386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選択中のファイル名を表示し、実行前にもう一度確認する。</a:t>
            </a:r>
          </a:p>
          <a:p xmlns:a="http://schemas.openxmlformats.org/drawingml/2006/main">
            <a:pPr algn="l">
              <a:defRPr sz="135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ロード中のファイルを削除した場合は、編集状態も安全に解除する。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1CCB1-4CC4-439D-86ED-472ED7E1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81650"/>
            <a:ext cx="678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誤操作を防ぎながら、不要なデータだけ整理</a:t>
            </a:r>
          </a:p>
        </p:txBody>
      </p:sp>
    </p:spTree>
    <p:extLst>
      <p:ext uri="{BB962C8B-B14F-4D97-AF65-F5344CB8AC3E}">
        <p14:creationId xmlns:p14="http://schemas.microsoft.com/office/powerpoint/2010/main" val="2106894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8FA74-7FA3-4EDF-AA4A-5DF27166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こだわった点：定義と配置を分ける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AFC5E-8ECB-4B47-81B1-2F1476D7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C95CF-AF4A-478B-89E5-E2AA1D65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5E396-C5C2-4F7E-93E9-D7B15E37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6291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49A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FE82B-8872-4507-BFA8-18A1727E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ItemDefinition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E0F14-E36B-49E0-AC1D-E5B3622F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ギミック種類ごとの固定情報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46087-BAF9-43DA-A49B-0DA958FD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・モデル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・色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・初期サイズ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・動作カテゴリ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AF4B3-0342-4296-8984-B5C1D1F1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43050"/>
            <a:ext cx="46291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58C8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66C83-668F-41ED-ABFA-9A2AFCB9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71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Placement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45932-1F36-4959-926A-A9FDDFA2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ステージごとに変わる情報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7815F-E8A8-46D8-8377-8B20143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・itemId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・位置 / 回転 / 拡縮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・variant</a:t>
            </a:r>
          </a:p>
          <a:p xmlns:a="http://schemas.openxmlformats.org/drawingml/2006/main">
            <a:pPr algn="l">
              <a:def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・ギミック固有値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17022-28D5-466D-B05F-81E619AA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62250"/>
            <a:ext cx="8763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2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879BD-A4EB-47CB-AD10-DE1513E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itemIdで関連付け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1E373-BA60-4089-85AC-A081D6C1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モデル情報を重複保存せず、JSONを小さく保つ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01D59-D24F-4012-A412-E3A61853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531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7C7C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C7C7C7"/>
                </a:solidFill>
                <a:latin typeface="Yu Gothic"/>
                <a:ea typeface="Yu Gothic"/>
                <a:cs typeface="Yu Gothic"/>
              </a:rPr>
              <a:t>ロード・Undo・ゲーム開始時も、Placementから同じ手順で再構築</a:t>
            </a:r>
          </a:p>
        </p:txBody>
      </p:sp>
    </p:spTree>
    <p:extLst>
      <p:ext uri="{BB962C8B-B14F-4D97-AF65-F5344CB8AC3E}">
        <p14:creationId xmlns:p14="http://schemas.microsoft.com/office/powerpoint/2010/main" val="1776122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F1F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A0982-6777-49EA-BBA2-9FB1DAC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まとめと次の目標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AD1E6-743C-427C-9860-A7F33AF9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F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F79D2-6818-498D-AA64-3B5D1814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0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8D8D8D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BDC8E-32F2-45BD-9E71-878881A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7056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4288">
            <a:solidFill>
              <a:srgbClr val="FF9F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76D03-9857-43EE-AA44-D2BE98C2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F9F2F"/>
                </a:solidFill>
                <a:latin typeface="Yu Gothic"/>
                <a:ea typeface="Yu Gothic"/>
                <a:cs typeface="Yu Gothic"/>
              </a:rPr>
              <a:t>今回できたこと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66375-E9FB-408F-9265-ADE22711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A18F6-3E49-491B-A95B-66EC803E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28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ギミックを選び、位置を調整して配置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D9054-AB37-483B-A327-85C2B622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15FD1-DD44-4ADE-B7D9-73ABC0B2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配置を名前付きJSONとして保存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BCFDF-6CE3-4B39-B59B-C737A35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9F24E-19EF-431D-A07B-2B1DF51C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ロード後の変更を同じファイルへ上書き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8CA65-D945-4747-9EDF-B8E0E70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8C86B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04486-F2C3-4D3B-B832-7D32425E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不要なステージデータを安全に削除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195D6-5BCF-4976-B9A1-F89D4FF2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3733800" cy="38100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333333"/>
          </a:solidFill>
          <a:ln xmlns:a="http://schemas.openxmlformats.org/drawingml/2006/main" w="14288">
            <a:solidFill>
              <a:srgbClr val="5656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72104-6AD2-4C24-A7EB-CC4AC36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49A7FF"/>
                </a:solidFill>
                <a:latin typeface="Yu Gothic"/>
                <a:ea typeface="Yu Gothic"/>
                <a:cs typeface="Yu Gothic"/>
              </a:rPr>
              <a:t>次に進めること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8292D-1781-40A8-8AD4-C1FD624F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1  配置UIの見やすさ改善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2  エラー表示と入力チェック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3  ステージの種類を増やす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603BA-A116-420D-8F02-F688E7D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7F7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7F7F7"/>
                </a:solidFill>
                <a:latin typeface="Yu Gothic"/>
                <a:ea typeface="Yu Gothic"/>
                <a:cs typeface="Yu Gothic"/>
              </a:rPr>
              <a:t>編集 → 保存 → 試遊を、迷わず繰り返せるエディターへ</a:t>
            </a:r>
          </a:p>
        </p:txBody>
      </p:sp>
    </p:spTree>
    <p:extLst>
      <p:ext uri="{BB962C8B-B14F-4D97-AF65-F5344CB8AC3E}">
        <p14:creationId xmlns:p14="http://schemas.microsoft.com/office/powerpoint/2010/main" val="167195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2026-10-05T01:51:22.6050000Z</dcterms:created>
  <dcterms:modified xsi:type="dcterms:W3CDTF">2026-10-05T01:51:22.6050000Z</dcterms:modified>
</coreProperties>
</file>